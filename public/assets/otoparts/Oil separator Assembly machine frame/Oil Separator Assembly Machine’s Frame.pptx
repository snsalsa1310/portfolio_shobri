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57925"/>
            <a:ext cx="85206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Oil Separator Assembly Machine’s Frame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Year: June 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redesigned structural frame for the Oil Separator Assembly Machine created during the internship at PT Astra Otoparts. The new configuration introduces a dedicated under-machine passageway to allow maintenance personnel easier and safer access, improving serviceability without compromising structural integrity or machine performance.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