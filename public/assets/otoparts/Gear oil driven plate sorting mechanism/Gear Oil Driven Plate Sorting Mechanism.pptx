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391575"/>
            <a:ext cx="8520600" cy="4512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Project 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Name: Gear Oil Driven Plate Sorting Mechanism</a:t>
            </a:r>
            <a:endParaRPr/>
          </a:p>
          <a:p>
            <a:pPr indent="0" lvl="0" marL="0" rtl="0" algn="l">
              <a:spcBef>
                <a:spcPts val="0"/>
              </a:spcBef>
              <a:spcAft>
                <a:spcPts val="0"/>
              </a:spcAft>
              <a:buNone/>
            </a:pPr>
            <a:r>
              <a:rPr lang="en"/>
              <a:t>Year: May – August 2024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a:t>
            </a:r>
            <a:endParaRPr/>
          </a:p>
          <a:p>
            <a:pPr indent="0" lvl="0" marL="0" rtl="0" algn="l">
              <a:spcBef>
                <a:spcPts val="0"/>
              </a:spcBef>
              <a:spcAft>
                <a:spcPts val="0"/>
              </a:spcAft>
              <a:buNone/>
            </a:pPr>
            <a:r>
              <a:rPr lang="en"/>
              <a:t>A multi-stage plate-sorting mechanism developed during an internship at PT Astra Otoparts Divisi Nusametal to enhance the handling of small metal plates used in Gear Oil Driven assembly. Early concepts (Designs 1–2) featured a semi-manual magazine system actuated pneumatically. Later iterations (Designs 3–5) transitioned to a fully automated vibratory-based system, incorporating a slider mechanism with a 0.3 mm separation plate for precise sorting. The advanced designs integrated directly with the assembly of the gear, enabling a fully automated workflow aimed at reducing human error and improving manufacturing efficiency.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