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03075"/>
            <a:ext cx="8520600" cy="4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Conveyor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Year: January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small-scale conveyor designed with an adjustable roller-holder mechanism to enable accurate belt tension control. The conveyor integrates a stepper motor mounted beneath the frame and utilizes a custom-designed pulley-belt transmission system, including a self-designed pulley wheel. The design emphasizes practicality, rigidity, and smooth operational efficiency for light industrial handling tasks.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