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80050"/>
            <a:ext cx="8520600" cy="47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2-in-1 Portable Thermometer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April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custom enclosure designed for a university project involving a portable thermometer equipped with two temperature-sensing technologies: a thermocouple and an infrared sensor. The case provides functional component integration, user-friendly handling, and structural protection for the internal electronics.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