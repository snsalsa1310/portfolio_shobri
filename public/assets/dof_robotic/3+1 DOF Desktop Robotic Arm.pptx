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idx="1" type="subTitle"/>
          </p:nvPr>
        </p:nvSpPr>
        <p:spPr>
          <a:xfrm>
            <a:off x="311700" y="834025"/>
            <a:ext cx="8520600" cy="402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Name: 3+1 DOF Desktop Robotic Arm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Year: June – July 2025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Description: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fully engineered 3+1 degree-of-freedom robotic arm created as a capstone project for industrial-oriented applications. All mechanical components were designed with precise tolerances to ensure rigidity and repeatability. The system operates using stepper motors paired with pulley-belt transmissions on all axes. The arm’s architecture emphasizes low-cost manufacturing, compact design, and high functional reliability, making it suitable for prototyping, educational use, and small-scale automation environments.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