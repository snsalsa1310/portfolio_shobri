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480050"/>
            <a:ext cx="8520600" cy="441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6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Name: Crane Claw-Integrated Walking Aids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Year: April 2024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mechanical subsystem design for an assistive walking device featuring a crane-style retrieval mechanism to help elderly users pick up objects without bending. The project includes the design of the electrical housing, battery storage, and the claw actuation mechanism utilizing a roller and keyed-shaft assembly for reliable gripping function.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