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0950"/>
            <a:ext cx="8520600" cy="42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Harmonic Gear Drive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Year: January – June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fully engineered harmonic drive gear system developed as a high-precision actuator for collaborative robotic applications. The model includes two complete design iterations, each achieving smooth functional performance with minimal backlash. The system is optimized for a NEMA 17 stepper motor and provides a 1:24 reduction ratio, making it suitable for compact robotic arm joints requiring accurate motion transmission.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